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42" y="1386"/>
      </p:cViewPr>
      <p:guideLst>
        <p:guide orient="horz" pos="21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47E50-E1BE-480A-87A8-31EC9BBD8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98C10D-08E3-4BAD-9934-8623B726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EF337-0B82-4E6E-A636-4640546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DCEE0-D808-4C09-8260-F97C6D63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10E8C-7085-4648-A3C3-F6E6644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E4C23-F907-4E6D-A491-3D7E5A99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0C1AD-66F4-430A-B930-3163AEAD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2AC3-7DE4-46A2-B764-30A30748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7FC80-1F56-4F6E-9B34-F355FC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99F24-16F4-4B2A-B6BB-DDEEA369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9E811-F132-4E2A-B962-E695376C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CAD16-C84A-4C83-ACD0-F824C43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26D91-5322-4173-91CB-E5C6F070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B30F-648A-4D07-9DC7-26E4BE3D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3AE05-90BC-443E-A190-1A57A20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5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0D81D-90B7-43D9-887E-B2224E9D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C520-4AB0-4381-B939-F402DFD7C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1DA69-FDC7-448A-9C68-184A0399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2B867-2677-4DAC-8963-CA61B6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15F40-C02C-4EAB-9CEA-056056AE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52D15-5286-419B-9A8A-872F3A6B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0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62D3-9ECA-45BD-BD87-07F7D9C0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69A32D-8825-44A7-8DF3-ECDAB1F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8DB7C6-FFE4-4520-9751-FD143BCD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11589-9358-41A3-86E8-218AC545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3D2F7A-B09C-494D-AABB-14431B44A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0A92DC-AB6E-4BE9-BCF3-AFB36D7E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F46119-1B1F-465A-B088-85118B4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A819E-4A6E-45C9-A382-46BAE10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9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25014-2BAD-4B22-953E-28B4B4D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03112B-E2F7-4884-ADDF-9B4D49A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3BF32F-66A8-43A7-88BB-D22806E5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AB36C3-026A-459F-8BFC-475C8EBC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5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4CBDD4-DD57-4EC6-BFEF-9D8267D77E22}"/>
              </a:ext>
            </a:extLst>
          </p:cNvPr>
          <p:cNvSpPr txBox="1"/>
          <p:nvPr userDrawn="1"/>
        </p:nvSpPr>
        <p:spPr>
          <a:xfrm>
            <a:off x="9964905" y="658213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2AC692-7268-4D95-8F19-722C37C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B42C91-C67F-4DFF-B144-EA7ED7DD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D9541-A6B9-4942-BC4A-7EC0EA3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993E7-E5B8-4992-AF88-BE5E069D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E56B5-89D6-4434-AFE2-10910E64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9E89AE-7640-4DEE-83EC-558650957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82ADBB-CB0C-44B6-874A-9FE0E6B0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2C452-D876-41FB-AA00-7B4AC09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68ED6-8F1B-4FAA-8793-2D5D9D0A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0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5C01-AA51-407B-BC7B-FE6B4069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EFE3FC-556C-41B8-BD62-1E94E42D4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58969-AAF7-486A-A3D5-2BF3390E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215A57-D6ED-4EDA-981D-59434A4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DCAD1-E41F-4F46-AE84-1BEC50D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22BF4-68B3-4DA1-A704-FE1D9961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CAC0-F41F-4E8C-BFBA-980DB4A7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F3A00-B109-4376-AA48-5E7B5464E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43BB4-F08C-4048-8C8F-28EB79B3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B118A-D773-438E-9FCC-E98AC84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63AA0-21C8-4A59-A8F0-04E217F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8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F418F2-4099-4266-AA90-9B0C225B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9F3734-B5CF-47EC-8D79-5D639BDE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EC87E-D5AB-43A7-8022-58A66741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30F32-9B8D-4781-90FC-B1778C6F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43733-2338-4CB3-ADB4-CEECF89A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2DF7-6E62-4A2B-93E3-D9F1E95C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96D0E9-8EC4-42DB-9B37-47D449A1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51153-4AB9-4CFA-8ABD-245697E91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A08C-EF94-4A6B-BD12-6461CB40CEE6}" type="datetimeFigureOut">
              <a:rPr lang="ko-KR" altLang="en-US" smtClean="0"/>
              <a:t>2022-02-20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9DED0B-BA23-4D49-9944-C420C36E3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D6E46-082A-488A-B507-08943ECEC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YELLOW_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FBCE01"/>
      </a:accent1>
      <a:accent2>
        <a:srgbClr val="FDDE45"/>
      </a:accent2>
      <a:accent3>
        <a:srgbClr val="D8BEA7"/>
      </a:accent3>
      <a:accent4>
        <a:srgbClr val="A6A7A9"/>
      </a:accent4>
      <a:accent5>
        <a:srgbClr val="EDE5D5"/>
      </a:accent5>
      <a:accent6>
        <a:srgbClr val="FCFBF7"/>
      </a:accent6>
      <a:hlink>
        <a:srgbClr val="595959"/>
      </a:hlink>
      <a:folHlink>
        <a:srgbClr val="595959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Arial Nova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이동윤</cp:lastModifiedBy>
  <cp:revision>41</cp:revision>
  <dcterms:created xsi:type="dcterms:W3CDTF">2020-12-13T00:02:47Z</dcterms:created>
  <dcterms:modified xsi:type="dcterms:W3CDTF">2022-02-20T09:48:02Z</dcterms:modified>
  <cp:version/>
</cp:coreProperties>
</file>